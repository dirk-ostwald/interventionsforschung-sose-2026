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04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861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268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5653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5116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810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3443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060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8971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556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044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4247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C639A2-0E94-4BC3-BD1A-EF9BF8A564DE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AF32D-0A75-4D2F-AA32-4F83EFBE7C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714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49F4C-436C-5891-BD19-5A375E613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27F9BCBE-AA0F-B07F-0872-93AD095ED056}"/>
              </a:ext>
            </a:extLst>
          </p:cNvPr>
          <p:cNvSpPr txBox="1"/>
          <p:nvPr/>
        </p:nvSpPr>
        <p:spPr>
          <a:xfrm>
            <a:off x="1221339" y="623169"/>
            <a:ext cx="26981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Interventionsbedingung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A79FCBB-C8D0-697E-97ED-28AE79C63E0E}"/>
              </a:ext>
            </a:extLst>
          </p:cNvPr>
          <p:cNvSpPr/>
          <p:nvPr/>
        </p:nvSpPr>
        <p:spPr>
          <a:xfrm>
            <a:off x="1855136" y="2670233"/>
            <a:ext cx="246580" cy="2465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A5CF04A6-854A-E854-0BB6-BBDFAB5C456D}"/>
              </a:ext>
            </a:extLst>
          </p:cNvPr>
          <p:cNvSpPr/>
          <p:nvPr/>
        </p:nvSpPr>
        <p:spPr>
          <a:xfrm>
            <a:off x="2512682" y="2607303"/>
            <a:ext cx="246580" cy="24658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6C3EE2A2-D6B3-2D03-3D70-090777937376}"/>
              </a:ext>
            </a:extLst>
          </p:cNvPr>
          <p:cNvSpPr/>
          <p:nvPr/>
        </p:nvSpPr>
        <p:spPr>
          <a:xfrm>
            <a:off x="2183909" y="2415840"/>
            <a:ext cx="246580" cy="24658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E5BA6BA-56CA-E11B-36C4-7BBA8575A2D2}"/>
              </a:ext>
            </a:extLst>
          </p:cNvPr>
          <p:cNvSpPr/>
          <p:nvPr/>
        </p:nvSpPr>
        <p:spPr>
          <a:xfrm>
            <a:off x="1855135" y="3156543"/>
            <a:ext cx="246580" cy="24658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B0991A42-F1AA-FF0A-0DD2-4A07A667FD86}"/>
              </a:ext>
            </a:extLst>
          </p:cNvPr>
          <p:cNvSpPr/>
          <p:nvPr/>
        </p:nvSpPr>
        <p:spPr>
          <a:xfrm>
            <a:off x="2245554" y="2916813"/>
            <a:ext cx="246580" cy="2465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EFFC75E-2939-059F-DA10-8CF1ABC0A9FA}"/>
              </a:ext>
            </a:extLst>
          </p:cNvPr>
          <p:cNvSpPr/>
          <p:nvPr/>
        </p:nvSpPr>
        <p:spPr>
          <a:xfrm>
            <a:off x="2391105" y="3330348"/>
            <a:ext cx="246580" cy="24658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2B307F6B-BECF-2A7B-0524-5D7989C1BA37}"/>
              </a:ext>
            </a:extLst>
          </p:cNvPr>
          <p:cNvSpPr/>
          <p:nvPr/>
        </p:nvSpPr>
        <p:spPr>
          <a:xfrm>
            <a:off x="2646247" y="2968825"/>
            <a:ext cx="246580" cy="24658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BF77CB0E-794E-2B46-8D81-C934DD5F3BB9}"/>
              </a:ext>
            </a:extLst>
          </p:cNvPr>
          <p:cNvSpPr/>
          <p:nvPr/>
        </p:nvSpPr>
        <p:spPr>
          <a:xfrm>
            <a:off x="3067489" y="2670233"/>
            <a:ext cx="246580" cy="2465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4F35DA8C-87CF-4C55-3BC5-6D3C57F493D1}"/>
              </a:ext>
            </a:extLst>
          </p:cNvPr>
          <p:cNvSpPr/>
          <p:nvPr/>
        </p:nvSpPr>
        <p:spPr>
          <a:xfrm>
            <a:off x="2803785" y="3286683"/>
            <a:ext cx="246580" cy="24658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A1F1D770-4FA7-F241-4075-8A8A947019E2}"/>
              </a:ext>
            </a:extLst>
          </p:cNvPr>
          <p:cNvGrpSpPr/>
          <p:nvPr/>
        </p:nvGrpSpPr>
        <p:grpSpPr>
          <a:xfrm>
            <a:off x="1848173" y="4094289"/>
            <a:ext cx="1458934" cy="1161088"/>
            <a:chOff x="974333" y="3974279"/>
            <a:chExt cx="1458934" cy="1161088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474D5C6D-5676-A6A0-D5E1-7EA93DC2E478}"/>
                </a:ext>
              </a:extLst>
            </p:cNvPr>
            <p:cNvSpPr/>
            <p:nvPr/>
          </p:nvSpPr>
          <p:spPr>
            <a:xfrm>
              <a:off x="974334" y="4228672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DEB30F66-EB90-1726-9B51-C617AD064608}"/>
                </a:ext>
              </a:extLst>
            </p:cNvPr>
            <p:cNvSpPr/>
            <p:nvPr/>
          </p:nvSpPr>
          <p:spPr>
            <a:xfrm>
              <a:off x="1631880" y="4165742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04436C1F-0D9C-CAAA-ADE1-C0EB487596FD}"/>
                </a:ext>
              </a:extLst>
            </p:cNvPr>
            <p:cNvSpPr/>
            <p:nvPr/>
          </p:nvSpPr>
          <p:spPr>
            <a:xfrm>
              <a:off x="1303107" y="3974279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26B1B246-8C1E-3ECB-63F4-F11DEADED4AC}"/>
                </a:ext>
              </a:extLst>
            </p:cNvPr>
            <p:cNvSpPr/>
            <p:nvPr/>
          </p:nvSpPr>
          <p:spPr>
            <a:xfrm>
              <a:off x="974333" y="4714982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B41D479D-EF0E-F8A6-804D-D49108E786DC}"/>
                </a:ext>
              </a:extLst>
            </p:cNvPr>
            <p:cNvSpPr/>
            <p:nvPr/>
          </p:nvSpPr>
          <p:spPr>
            <a:xfrm>
              <a:off x="1364752" y="4475252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DBC82415-0DD2-A5D3-4F5C-B7E212DDCDB5}"/>
                </a:ext>
              </a:extLst>
            </p:cNvPr>
            <p:cNvSpPr/>
            <p:nvPr/>
          </p:nvSpPr>
          <p:spPr>
            <a:xfrm>
              <a:off x="1510303" y="4888787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28B1F32D-42FF-70B5-5A86-0D4DE0E09B13}"/>
                </a:ext>
              </a:extLst>
            </p:cNvPr>
            <p:cNvSpPr/>
            <p:nvPr/>
          </p:nvSpPr>
          <p:spPr>
            <a:xfrm>
              <a:off x="1765445" y="4527264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505E9851-9A94-F897-B6D9-D720EFB52769}"/>
                </a:ext>
              </a:extLst>
            </p:cNvPr>
            <p:cNvSpPr/>
            <p:nvPr/>
          </p:nvSpPr>
          <p:spPr>
            <a:xfrm>
              <a:off x="2186687" y="4228672"/>
              <a:ext cx="246580" cy="2465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7E505DA5-5ED8-1326-6DE5-08683F5EFEE9}"/>
                </a:ext>
              </a:extLst>
            </p:cNvPr>
            <p:cNvSpPr/>
            <p:nvPr/>
          </p:nvSpPr>
          <p:spPr>
            <a:xfrm>
              <a:off x="1922983" y="4845122"/>
              <a:ext cx="246580" cy="2465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65B37ACF-4DF3-AC18-287E-F2A0B6FA0CF0}"/>
              </a:ext>
            </a:extLst>
          </p:cNvPr>
          <p:cNvSpPr txBox="1"/>
          <p:nvPr/>
        </p:nvSpPr>
        <p:spPr>
          <a:xfrm>
            <a:off x="1993189" y="1180131"/>
            <a:ext cx="11689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Prozess 1</a:t>
            </a:r>
          </a:p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Prozess 2</a:t>
            </a:r>
          </a:p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Prozess X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0CFA6254-969C-57A2-C11A-874F7421A99A}"/>
              </a:ext>
            </a:extLst>
          </p:cNvPr>
          <p:cNvSpPr txBox="1"/>
          <p:nvPr/>
        </p:nvSpPr>
        <p:spPr>
          <a:xfrm>
            <a:off x="2018936" y="5673954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Prozess 1</a:t>
            </a:r>
          </a:p>
        </p:txBody>
      </p:sp>
      <p:sp>
        <p:nvSpPr>
          <p:cNvPr id="31" name="Geschweifte Klammer rechts 30">
            <a:extLst>
              <a:ext uri="{FF2B5EF4-FFF2-40B4-BE49-F238E27FC236}">
                <a16:creationId xmlns:a16="http://schemas.microsoft.com/office/drawing/2014/main" id="{D6C3E1D0-8E6F-C784-7B8D-09FF9FDE3E78}"/>
              </a:ext>
            </a:extLst>
          </p:cNvPr>
          <p:cNvSpPr/>
          <p:nvPr/>
        </p:nvSpPr>
        <p:spPr>
          <a:xfrm>
            <a:off x="3778012" y="1284911"/>
            <a:ext cx="359596" cy="2115271"/>
          </a:xfrm>
          <a:prstGeom prst="rightBrace">
            <a:avLst>
              <a:gd name="adj1" fmla="val 45476"/>
              <a:gd name="adj2" fmla="val 5000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0D6A2B17-68D7-90BD-0D21-FCF8FBBC6F2B}"/>
                  </a:ext>
                </a:extLst>
              </p:cNvPr>
              <p:cNvSpPr txBox="1"/>
              <p:nvPr/>
            </p:nvSpPr>
            <p:spPr>
              <a:xfrm>
                <a:off x="4327868" y="2111713"/>
                <a:ext cx="488147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3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de-DE" sz="3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de-DE" sz="3000" dirty="0"/>
              </a:p>
            </p:txBody>
          </p:sp>
        </mc:Choice>
        <mc:Fallback xmlns="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0D6A2B17-68D7-90BD-0D21-FCF8FBBC6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868" y="2111713"/>
                <a:ext cx="488147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Geschweifte Klammer rechts 32">
            <a:extLst>
              <a:ext uri="{FF2B5EF4-FFF2-40B4-BE49-F238E27FC236}">
                <a16:creationId xmlns:a16="http://schemas.microsoft.com/office/drawing/2014/main" id="{B873307F-F116-B08C-CEEE-3D149B5DF6ED}"/>
              </a:ext>
            </a:extLst>
          </p:cNvPr>
          <p:cNvSpPr/>
          <p:nvPr/>
        </p:nvSpPr>
        <p:spPr>
          <a:xfrm>
            <a:off x="3778012" y="4212480"/>
            <a:ext cx="359596" cy="2115271"/>
          </a:xfrm>
          <a:prstGeom prst="rightBrace">
            <a:avLst>
              <a:gd name="adj1" fmla="val 45476"/>
              <a:gd name="adj2" fmla="val 5000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9A8FC252-5292-FE7C-5B30-61EC18680EAF}"/>
                  </a:ext>
                </a:extLst>
              </p:cNvPr>
              <p:cNvSpPr txBox="1"/>
              <p:nvPr/>
            </p:nvSpPr>
            <p:spPr>
              <a:xfrm>
                <a:off x="4280595" y="4995612"/>
                <a:ext cx="50815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3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de-DE" sz="3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de-DE" sz="3000" dirty="0"/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9A8FC252-5292-FE7C-5B30-61EC18680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595" y="4995612"/>
                <a:ext cx="50815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591D7AAC-BEB1-18AC-230C-827413781CFA}"/>
                  </a:ext>
                </a:extLst>
              </p:cNvPr>
              <p:cNvSpPr txBox="1"/>
              <p:nvPr/>
            </p:nvSpPr>
            <p:spPr>
              <a:xfrm>
                <a:off x="5945739" y="3168303"/>
                <a:ext cx="1851853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de-DE" sz="2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de-DE" sz="2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2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de-DE" sz="2600" i="1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de-DE" sz="2600" b="0" i="1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de-DE" sz="26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 xmlns="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591D7AAC-BEB1-18AC-230C-827413781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739" y="3168303"/>
                <a:ext cx="1851853" cy="400110"/>
              </a:xfrm>
              <a:prstGeom prst="rect">
                <a:avLst/>
              </a:prstGeom>
              <a:blipFill>
                <a:blip r:embed="rId4"/>
                <a:stretch>
                  <a:fillRect l="-2961" r="-2632" b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feld 39">
            <a:extLst>
              <a:ext uri="{FF2B5EF4-FFF2-40B4-BE49-F238E27FC236}">
                <a16:creationId xmlns:a16="http://schemas.microsoft.com/office/drawing/2014/main" id="{28371B06-B660-549D-C8BE-A8D8A3E7EBB8}"/>
              </a:ext>
            </a:extLst>
          </p:cNvPr>
          <p:cNvSpPr txBox="1"/>
          <p:nvPr/>
        </p:nvSpPr>
        <p:spPr>
          <a:xfrm>
            <a:off x="5331018" y="2518583"/>
            <a:ext cx="30812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Analyse und Interpretation</a:t>
            </a: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F2F36FDE-DF1E-0089-D056-256E4A9B9899}"/>
              </a:ext>
            </a:extLst>
          </p:cNvPr>
          <p:cNvCxnSpPr>
            <a:cxnSpLocks/>
          </p:cNvCxnSpPr>
          <p:nvPr/>
        </p:nvCxnSpPr>
        <p:spPr>
          <a:xfrm flipH="1">
            <a:off x="2577643" y="2103461"/>
            <a:ext cx="1" cy="318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45AE8D6F-9C9F-9B0E-9E40-A83BDAE1DC30}"/>
              </a:ext>
            </a:extLst>
          </p:cNvPr>
          <p:cNvCxnSpPr>
            <a:cxnSpLocks/>
          </p:cNvCxnSpPr>
          <p:nvPr/>
        </p:nvCxnSpPr>
        <p:spPr>
          <a:xfrm flipH="1" flipV="1">
            <a:off x="2577641" y="5348594"/>
            <a:ext cx="1" cy="3186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DE4CEE53-733F-F8B4-6968-35ADCE83AC43}"/>
              </a:ext>
            </a:extLst>
          </p:cNvPr>
          <p:cNvSpPr txBox="1"/>
          <p:nvPr/>
        </p:nvSpPr>
        <p:spPr>
          <a:xfrm>
            <a:off x="2018936" y="594524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Prozess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5595BF0F-D560-F44B-511C-55F55D6E203C}"/>
                  </a:ext>
                </a:extLst>
              </p:cNvPr>
              <p:cNvSpPr txBox="1"/>
              <p:nvPr/>
            </p:nvSpPr>
            <p:spPr>
              <a:xfrm>
                <a:off x="6247230" y="3931988"/>
                <a:ext cx="124886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5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de-DE" sz="25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DE" sz="25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de-DE" sz="2500" b="0" i="1" smtClean="0"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de-DE" sz="2500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5595BF0F-D560-F44B-511C-55F55D6E2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7230" y="3931988"/>
                <a:ext cx="1248868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8DC48D6D-7BE2-652D-997C-D244EE6DAA1F}"/>
              </a:ext>
            </a:extLst>
          </p:cNvPr>
          <p:cNvSpPr txBox="1"/>
          <p:nvPr/>
        </p:nvSpPr>
        <p:spPr>
          <a:xfrm>
            <a:off x="72107" y="66670"/>
            <a:ext cx="50064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Kontrolliertes, randomisiertes Design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C450BCA-0829-75BE-5596-42F46F942EDF}"/>
              </a:ext>
            </a:extLst>
          </p:cNvPr>
          <p:cNvSpPr txBox="1"/>
          <p:nvPr/>
        </p:nvSpPr>
        <p:spPr>
          <a:xfrm>
            <a:off x="1469659" y="6367284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Kontrolllbedingung</a:t>
            </a:r>
            <a:endParaRPr lang="de-DE" sz="2000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195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30</Words>
  <Application>Microsoft Office PowerPoint</Application>
  <PresentationFormat>Bildschirmpräsentation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3</cp:revision>
  <dcterms:created xsi:type="dcterms:W3CDTF">2025-12-16T12:13:30Z</dcterms:created>
  <dcterms:modified xsi:type="dcterms:W3CDTF">2026-04-02T14:08:35Z</dcterms:modified>
</cp:coreProperties>
</file>