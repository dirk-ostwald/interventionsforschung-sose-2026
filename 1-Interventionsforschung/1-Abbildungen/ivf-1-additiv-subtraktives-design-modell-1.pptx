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204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639A2-0E94-4BC3-BD1A-EF9BF8A564DE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AF32D-0A75-4D2F-AA32-4F83EFBE7CF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98613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639A2-0E94-4BC3-BD1A-EF9BF8A564DE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AF32D-0A75-4D2F-AA32-4F83EFBE7CF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62680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639A2-0E94-4BC3-BD1A-EF9BF8A564DE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AF32D-0A75-4D2F-AA32-4F83EFBE7CF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156530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639A2-0E94-4BC3-BD1A-EF9BF8A564DE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AF32D-0A75-4D2F-AA32-4F83EFBE7CF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75116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639A2-0E94-4BC3-BD1A-EF9BF8A564DE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AF32D-0A75-4D2F-AA32-4F83EFBE7CF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0810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639A2-0E94-4BC3-BD1A-EF9BF8A564DE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AF32D-0A75-4D2F-AA32-4F83EFBE7CF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34439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639A2-0E94-4BC3-BD1A-EF9BF8A564DE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AF32D-0A75-4D2F-AA32-4F83EFBE7CF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0604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639A2-0E94-4BC3-BD1A-EF9BF8A564DE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AF32D-0A75-4D2F-AA32-4F83EFBE7CF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38971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639A2-0E94-4BC3-BD1A-EF9BF8A564DE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AF32D-0A75-4D2F-AA32-4F83EFBE7CF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75561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639A2-0E94-4BC3-BD1A-EF9BF8A564DE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AF32D-0A75-4D2F-AA32-4F83EFBE7CF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5044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639A2-0E94-4BC3-BD1A-EF9BF8A564DE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AF32D-0A75-4D2F-AA32-4F83EFBE7CF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04247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C639A2-0E94-4BC3-BD1A-EF9BF8A564DE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FAF32D-0A75-4D2F-AA32-4F83EFBE7CF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97147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feld 5">
            <a:extLst>
              <a:ext uri="{FF2B5EF4-FFF2-40B4-BE49-F238E27FC236}">
                <a16:creationId xmlns:a16="http://schemas.microsoft.com/office/drawing/2014/main" id="{3A28F052-64AA-A809-0C3D-90EFD050B75C}"/>
              </a:ext>
            </a:extLst>
          </p:cNvPr>
          <p:cNvSpPr txBox="1"/>
          <p:nvPr/>
        </p:nvSpPr>
        <p:spPr>
          <a:xfrm>
            <a:off x="1221339" y="653991"/>
            <a:ext cx="26981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Interventionsbedingung</a:t>
            </a:r>
          </a:p>
        </p:txBody>
      </p: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AEEA13CF-9839-8A7C-AA9B-28433F55492E}"/>
              </a:ext>
            </a:extLst>
          </p:cNvPr>
          <p:cNvGrpSpPr/>
          <p:nvPr/>
        </p:nvGrpSpPr>
        <p:grpSpPr>
          <a:xfrm>
            <a:off x="1855135" y="2446662"/>
            <a:ext cx="1458934" cy="1161088"/>
            <a:chOff x="965771" y="2231953"/>
            <a:chExt cx="1458934" cy="1161088"/>
          </a:xfrm>
        </p:grpSpPr>
        <p:sp>
          <p:nvSpPr>
            <p:cNvPr id="9" name="Ellipse 8">
              <a:extLst>
                <a:ext uri="{FF2B5EF4-FFF2-40B4-BE49-F238E27FC236}">
                  <a16:creationId xmlns:a16="http://schemas.microsoft.com/office/drawing/2014/main" id="{228BD2A3-5151-C5D0-4B93-29CB5617C2AC}"/>
                </a:ext>
              </a:extLst>
            </p:cNvPr>
            <p:cNvSpPr/>
            <p:nvPr/>
          </p:nvSpPr>
          <p:spPr>
            <a:xfrm>
              <a:off x="965772" y="2486346"/>
              <a:ext cx="246580" cy="24658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" name="Ellipse 9">
              <a:extLst>
                <a:ext uri="{FF2B5EF4-FFF2-40B4-BE49-F238E27FC236}">
                  <a16:creationId xmlns:a16="http://schemas.microsoft.com/office/drawing/2014/main" id="{8473A896-323D-E7AD-D066-53AB8C4E5F39}"/>
                </a:ext>
              </a:extLst>
            </p:cNvPr>
            <p:cNvSpPr/>
            <p:nvPr/>
          </p:nvSpPr>
          <p:spPr>
            <a:xfrm>
              <a:off x="1623318" y="2423416"/>
              <a:ext cx="246580" cy="24658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" name="Ellipse 10">
              <a:extLst>
                <a:ext uri="{FF2B5EF4-FFF2-40B4-BE49-F238E27FC236}">
                  <a16:creationId xmlns:a16="http://schemas.microsoft.com/office/drawing/2014/main" id="{52AE21C2-2397-7BD3-C192-DE2A86B32DCC}"/>
                </a:ext>
              </a:extLst>
            </p:cNvPr>
            <p:cNvSpPr/>
            <p:nvPr/>
          </p:nvSpPr>
          <p:spPr>
            <a:xfrm>
              <a:off x="1294545" y="2231953"/>
              <a:ext cx="246580" cy="24658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" name="Ellipse 11">
              <a:extLst>
                <a:ext uri="{FF2B5EF4-FFF2-40B4-BE49-F238E27FC236}">
                  <a16:creationId xmlns:a16="http://schemas.microsoft.com/office/drawing/2014/main" id="{B98CF30D-7C70-96FC-2554-5EC0024E4511}"/>
                </a:ext>
              </a:extLst>
            </p:cNvPr>
            <p:cNvSpPr/>
            <p:nvPr/>
          </p:nvSpPr>
          <p:spPr>
            <a:xfrm>
              <a:off x="965771" y="2972656"/>
              <a:ext cx="246580" cy="24658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" name="Ellipse 12">
              <a:extLst>
                <a:ext uri="{FF2B5EF4-FFF2-40B4-BE49-F238E27FC236}">
                  <a16:creationId xmlns:a16="http://schemas.microsoft.com/office/drawing/2014/main" id="{578E4CDF-2CA2-263D-C505-57AFFBFB1DEF}"/>
                </a:ext>
              </a:extLst>
            </p:cNvPr>
            <p:cNvSpPr/>
            <p:nvPr/>
          </p:nvSpPr>
          <p:spPr>
            <a:xfrm>
              <a:off x="1356190" y="2732926"/>
              <a:ext cx="246580" cy="24658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" name="Ellipse 13">
              <a:extLst>
                <a:ext uri="{FF2B5EF4-FFF2-40B4-BE49-F238E27FC236}">
                  <a16:creationId xmlns:a16="http://schemas.microsoft.com/office/drawing/2014/main" id="{6CE4C942-1542-FA40-B4BA-E4E7ED68C1D1}"/>
                </a:ext>
              </a:extLst>
            </p:cNvPr>
            <p:cNvSpPr/>
            <p:nvPr/>
          </p:nvSpPr>
          <p:spPr>
            <a:xfrm>
              <a:off x="1501741" y="3146461"/>
              <a:ext cx="246580" cy="24658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" name="Ellipse 14">
              <a:extLst>
                <a:ext uri="{FF2B5EF4-FFF2-40B4-BE49-F238E27FC236}">
                  <a16:creationId xmlns:a16="http://schemas.microsoft.com/office/drawing/2014/main" id="{D443251B-553D-CB55-03F6-CBE04C3E2B2D}"/>
                </a:ext>
              </a:extLst>
            </p:cNvPr>
            <p:cNvSpPr/>
            <p:nvPr/>
          </p:nvSpPr>
          <p:spPr>
            <a:xfrm>
              <a:off x="1756883" y="2784938"/>
              <a:ext cx="246580" cy="24658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" name="Ellipse 15">
              <a:extLst>
                <a:ext uri="{FF2B5EF4-FFF2-40B4-BE49-F238E27FC236}">
                  <a16:creationId xmlns:a16="http://schemas.microsoft.com/office/drawing/2014/main" id="{D86DDE74-5482-BD26-471B-00E5C6FB2BCA}"/>
                </a:ext>
              </a:extLst>
            </p:cNvPr>
            <p:cNvSpPr/>
            <p:nvPr/>
          </p:nvSpPr>
          <p:spPr>
            <a:xfrm>
              <a:off x="2178125" y="2486346"/>
              <a:ext cx="246580" cy="24658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" name="Ellipse 16">
              <a:extLst>
                <a:ext uri="{FF2B5EF4-FFF2-40B4-BE49-F238E27FC236}">
                  <a16:creationId xmlns:a16="http://schemas.microsoft.com/office/drawing/2014/main" id="{4B1296F6-BF11-B2FF-10BE-AC48423FEDAA}"/>
                </a:ext>
              </a:extLst>
            </p:cNvPr>
            <p:cNvSpPr/>
            <p:nvPr/>
          </p:nvSpPr>
          <p:spPr>
            <a:xfrm>
              <a:off x="1914421" y="3102796"/>
              <a:ext cx="246580" cy="24658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4E1DDECE-DE36-1348-D8A5-8348B2B4212C}"/>
              </a:ext>
            </a:extLst>
          </p:cNvPr>
          <p:cNvGrpSpPr/>
          <p:nvPr/>
        </p:nvGrpSpPr>
        <p:grpSpPr>
          <a:xfrm>
            <a:off x="1848173" y="4042919"/>
            <a:ext cx="1458934" cy="1161088"/>
            <a:chOff x="974333" y="3974279"/>
            <a:chExt cx="1458934" cy="1161088"/>
          </a:xfrm>
        </p:grpSpPr>
        <p:sp>
          <p:nvSpPr>
            <p:cNvPr id="18" name="Ellipse 17">
              <a:extLst>
                <a:ext uri="{FF2B5EF4-FFF2-40B4-BE49-F238E27FC236}">
                  <a16:creationId xmlns:a16="http://schemas.microsoft.com/office/drawing/2014/main" id="{5E14F805-931F-4CED-341A-FFCF348908FD}"/>
                </a:ext>
              </a:extLst>
            </p:cNvPr>
            <p:cNvSpPr/>
            <p:nvPr/>
          </p:nvSpPr>
          <p:spPr>
            <a:xfrm>
              <a:off x="974334" y="4228672"/>
              <a:ext cx="246580" cy="24658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" name="Ellipse 18">
              <a:extLst>
                <a:ext uri="{FF2B5EF4-FFF2-40B4-BE49-F238E27FC236}">
                  <a16:creationId xmlns:a16="http://schemas.microsoft.com/office/drawing/2014/main" id="{18B69976-7051-6612-BF12-425A429B3D3B}"/>
                </a:ext>
              </a:extLst>
            </p:cNvPr>
            <p:cNvSpPr/>
            <p:nvPr/>
          </p:nvSpPr>
          <p:spPr>
            <a:xfrm>
              <a:off x="1631880" y="4165742"/>
              <a:ext cx="246580" cy="24658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" name="Ellipse 19">
              <a:extLst>
                <a:ext uri="{FF2B5EF4-FFF2-40B4-BE49-F238E27FC236}">
                  <a16:creationId xmlns:a16="http://schemas.microsoft.com/office/drawing/2014/main" id="{FE3E722A-1055-6271-CA3F-2D0B93E8D440}"/>
                </a:ext>
              </a:extLst>
            </p:cNvPr>
            <p:cNvSpPr/>
            <p:nvPr/>
          </p:nvSpPr>
          <p:spPr>
            <a:xfrm>
              <a:off x="1303107" y="3974279"/>
              <a:ext cx="246580" cy="24658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" name="Ellipse 20">
              <a:extLst>
                <a:ext uri="{FF2B5EF4-FFF2-40B4-BE49-F238E27FC236}">
                  <a16:creationId xmlns:a16="http://schemas.microsoft.com/office/drawing/2014/main" id="{7C956D2D-31B6-B187-3DF2-FA689597E07A}"/>
                </a:ext>
              </a:extLst>
            </p:cNvPr>
            <p:cNvSpPr/>
            <p:nvPr/>
          </p:nvSpPr>
          <p:spPr>
            <a:xfrm>
              <a:off x="974333" y="4714982"/>
              <a:ext cx="246580" cy="24658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2" name="Ellipse 21">
              <a:extLst>
                <a:ext uri="{FF2B5EF4-FFF2-40B4-BE49-F238E27FC236}">
                  <a16:creationId xmlns:a16="http://schemas.microsoft.com/office/drawing/2014/main" id="{664F65BF-97BC-2B03-D1B3-103862305955}"/>
                </a:ext>
              </a:extLst>
            </p:cNvPr>
            <p:cNvSpPr/>
            <p:nvPr/>
          </p:nvSpPr>
          <p:spPr>
            <a:xfrm>
              <a:off x="1364752" y="4475252"/>
              <a:ext cx="246580" cy="24658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3" name="Ellipse 22">
              <a:extLst>
                <a:ext uri="{FF2B5EF4-FFF2-40B4-BE49-F238E27FC236}">
                  <a16:creationId xmlns:a16="http://schemas.microsoft.com/office/drawing/2014/main" id="{D29883D0-7E7D-F77A-6D1F-A8F1ADE938BE}"/>
                </a:ext>
              </a:extLst>
            </p:cNvPr>
            <p:cNvSpPr/>
            <p:nvPr/>
          </p:nvSpPr>
          <p:spPr>
            <a:xfrm>
              <a:off x="1510303" y="4888787"/>
              <a:ext cx="246580" cy="24658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4" name="Ellipse 23">
              <a:extLst>
                <a:ext uri="{FF2B5EF4-FFF2-40B4-BE49-F238E27FC236}">
                  <a16:creationId xmlns:a16="http://schemas.microsoft.com/office/drawing/2014/main" id="{F197562E-04FB-0185-1C1B-5728CD911911}"/>
                </a:ext>
              </a:extLst>
            </p:cNvPr>
            <p:cNvSpPr/>
            <p:nvPr/>
          </p:nvSpPr>
          <p:spPr>
            <a:xfrm>
              <a:off x="1765445" y="4527264"/>
              <a:ext cx="246580" cy="24658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5" name="Ellipse 24">
              <a:extLst>
                <a:ext uri="{FF2B5EF4-FFF2-40B4-BE49-F238E27FC236}">
                  <a16:creationId xmlns:a16="http://schemas.microsoft.com/office/drawing/2014/main" id="{43D6D910-6B7A-9001-6DA1-E31FEF3ADABD}"/>
                </a:ext>
              </a:extLst>
            </p:cNvPr>
            <p:cNvSpPr/>
            <p:nvPr/>
          </p:nvSpPr>
          <p:spPr>
            <a:xfrm>
              <a:off x="2186687" y="4228672"/>
              <a:ext cx="246580" cy="24658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6" name="Ellipse 25">
              <a:extLst>
                <a:ext uri="{FF2B5EF4-FFF2-40B4-BE49-F238E27FC236}">
                  <a16:creationId xmlns:a16="http://schemas.microsoft.com/office/drawing/2014/main" id="{CE266D4E-211C-D8FE-0704-F933B4F21174}"/>
                </a:ext>
              </a:extLst>
            </p:cNvPr>
            <p:cNvSpPr/>
            <p:nvPr/>
          </p:nvSpPr>
          <p:spPr>
            <a:xfrm>
              <a:off x="1922983" y="4845122"/>
              <a:ext cx="246580" cy="24658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27" name="Textfeld 26">
            <a:extLst>
              <a:ext uri="{FF2B5EF4-FFF2-40B4-BE49-F238E27FC236}">
                <a16:creationId xmlns:a16="http://schemas.microsoft.com/office/drawing/2014/main" id="{D979B6E5-004D-E295-3E38-FC19F296E320}"/>
              </a:ext>
            </a:extLst>
          </p:cNvPr>
          <p:cNvSpPr txBox="1"/>
          <p:nvPr/>
        </p:nvSpPr>
        <p:spPr>
          <a:xfrm>
            <a:off x="1993189" y="1180131"/>
            <a:ext cx="116891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Prozess 1</a:t>
            </a:r>
          </a:p>
          <a:p>
            <a:r>
              <a:rPr lang="de-DE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Prozess 2</a:t>
            </a:r>
          </a:p>
          <a:p>
            <a:r>
              <a:rPr lang="de-DE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Prozess X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9A6328D6-C6A3-C227-C2BB-75456467D314}"/>
              </a:ext>
            </a:extLst>
          </p:cNvPr>
          <p:cNvSpPr txBox="1"/>
          <p:nvPr/>
        </p:nvSpPr>
        <p:spPr>
          <a:xfrm>
            <a:off x="2010017" y="5737362"/>
            <a:ext cx="1135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Prozess 1</a:t>
            </a:r>
          </a:p>
        </p:txBody>
      </p:sp>
      <p:sp>
        <p:nvSpPr>
          <p:cNvPr id="31" name="Geschweifte Klammer rechts 30">
            <a:extLst>
              <a:ext uri="{FF2B5EF4-FFF2-40B4-BE49-F238E27FC236}">
                <a16:creationId xmlns:a16="http://schemas.microsoft.com/office/drawing/2014/main" id="{64E8D816-7350-8695-03FC-C577F8F82626}"/>
              </a:ext>
            </a:extLst>
          </p:cNvPr>
          <p:cNvSpPr/>
          <p:nvPr/>
        </p:nvSpPr>
        <p:spPr>
          <a:xfrm>
            <a:off x="3778012" y="1315733"/>
            <a:ext cx="359596" cy="2115271"/>
          </a:xfrm>
          <a:prstGeom prst="rightBrace">
            <a:avLst>
              <a:gd name="adj1" fmla="val 45476"/>
              <a:gd name="adj2" fmla="val 50000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feld 31">
                <a:extLst>
                  <a:ext uri="{FF2B5EF4-FFF2-40B4-BE49-F238E27FC236}">
                    <a16:creationId xmlns:a16="http://schemas.microsoft.com/office/drawing/2014/main" id="{EF9B9278-E53B-2962-4DCF-F641EC0E120B}"/>
                  </a:ext>
                </a:extLst>
              </p:cNvPr>
              <p:cNvSpPr txBox="1"/>
              <p:nvPr/>
            </p:nvSpPr>
            <p:spPr>
              <a:xfrm>
                <a:off x="4327868" y="2142535"/>
                <a:ext cx="488147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3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de-DE" sz="3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sz="3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de-DE" sz="30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</m:oMath>
                  </m:oMathPara>
                </a14:m>
                <a:endParaRPr lang="de-DE" sz="3000" dirty="0"/>
              </a:p>
            </p:txBody>
          </p:sp>
        </mc:Choice>
        <mc:Fallback xmlns="">
          <p:sp>
            <p:nvSpPr>
              <p:cNvPr id="32" name="Textfeld 31">
                <a:extLst>
                  <a:ext uri="{FF2B5EF4-FFF2-40B4-BE49-F238E27FC236}">
                    <a16:creationId xmlns:a16="http://schemas.microsoft.com/office/drawing/2014/main" id="{EF9B9278-E53B-2962-4DCF-F641EC0E12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7868" y="2142535"/>
                <a:ext cx="488147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Geschweifte Klammer rechts 32">
            <a:extLst>
              <a:ext uri="{FF2B5EF4-FFF2-40B4-BE49-F238E27FC236}">
                <a16:creationId xmlns:a16="http://schemas.microsoft.com/office/drawing/2014/main" id="{8AB669C4-FA78-1472-4A9C-0CFC7D8D3C94}"/>
              </a:ext>
            </a:extLst>
          </p:cNvPr>
          <p:cNvSpPr/>
          <p:nvPr/>
        </p:nvSpPr>
        <p:spPr>
          <a:xfrm>
            <a:off x="3778012" y="4161110"/>
            <a:ext cx="359596" cy="2115271"/>
          </a:xfrm>
          <a:prstGeom prst="rightBrace">
            <a:avLst>
              <a:gd name="adj1" fmla="val 45476"/>
              <a:gd name="adj2" fmla="val 50000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feld 33">
                <a:extLst>
                  <a:ext uri="{FF2B5EF4-FFF2-40B4-BE49-F238E27FC236}">
                    <a16:creationId xmlns:a16="http://schemas.microsoft.com/office/drawing/2014/main" id="{D30B9A9D-DCF0-FDEE-2A50-89F1A39E888E}"/>
                  </a:ext>
                </a:extLst>
              </p:cNvPr>
              <p:cNvSpPr txBox="1"/>
              <p:nvPr/>
            </p:nvSpPr>
            <p:spPr>
              <a:xfrm>
                <a:off x="4280595" y="4944242"/>
                <a:ext cx="508152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3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de-DE" sz="3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sz="3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de-DE" sz="30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</m:oMath>
                  </m:oMathPara>
                </a14:m>
                <a:endParaRPr lang="de-DE" sz="3000" dirty="0"/>
              </a:p>
            </p:txBody>
          </p:sp>
        </mc:Choice>
        <mc:Fallback xmlns="">
          <p:sp>
            <p:nvSpPr>
              <p:cNvPr id="34" name="Textfeld 33">
                <a:extLst>
                  <a:ext uri="{FF2B5EF4-FFF2-40B4-BE49-F238E27FC236}">
                    <a16:creationId xmlns:a16="http://schemas.microsoft.com/office/drawing/2014/main" id="{D30B9A9D-DCF0-FDEE-2A50-89F1A39E88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0595" y="4944242"/>
                <a:ext cx="508152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feld 34">
                <a:extLst>
                  <a:ext uri="{FF2B5EF4-FFF2-40B4-BE49-F238E27FC236}">
                    <a16:creationId xmlns:a16="http://schemas.microsoft.com/office/drawing/2014/main" id="{C2046833-82DB-4B17-44C1-140BC19E747A}"/>
                  </a:ext>
                </a:extLst>
              </p:cNvPr>
              <p:cNvSpPr txBox="1"/>
              <p:nvPr/>
            </p:nvSpPr>
            <p:spPr>
              <a:xfrm>
                <a:off x="5972519" y="2148183"/>
                <a:ext cx="1851853" cy="4001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de-DE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sz="26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de-DE" sz="26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  <m:r>
                        <a:rPr lang="de-DE" sz="26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de-DE" sz="2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sz="26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  <m:r>
                        <a:rPr lang="de-DE" sz="2600" b="0" i="1" smtClean="0">
                          <a:latin typeface="Cambria Math" panose="02040503050406030204" pitchFamily="18" charset="0"/>
                        </a:rPr>
                        <m:t>≠0</m:t>
                      </m:r>
                    </m:oMath>
                  </m:oMathPara>
                </a14:m>
                <a:endParaRPr lang="de-DE" sz="2600" dirty="0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endParaRPr>
              </a:p>
            </p:txBody>
          </p:sp>
        </mc:Choice>
        <mc:Fallback>
          <p:sp>
            <p:nvSpPr>
              <p:cNvPr id="35" name="Textfeld 34">
                <a:extLst>
                  <a:ext uri="{FF2B5EF4-FFF2-40B4-BE49-F238E27FC236}">
                    <a16:creationId xmlns:a16="http://schemas.microsoft.com/office/drawing/2014/main" id="{C2046833-82DB-4B17-44C1-140BC19E74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2519" y="2148183"/>
                <a:ext cx="1851853" cy="400110"/>
              </a:xfrm>
              <a:prstGeom prst="rect">
                <a:avLst/>
              </a:prstGeom>
              <a:blipFill>
                <a:blip r:embed="rId4"/>
                <a:stretch>
                  <a:fillRect l="-2961" r="-2303" b="-1818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C4117F6C-AA64-9C17-EC8C-F952BC0153B9}"/>
              </a:ext>
            </a:extLst>
          </p:cNvPr>
          <p:cNvGrpSpPr/>
          <p:nvPr/>
        </p:nvGrpSpPr>
        <p:grpSpPr>
          <a:xfrm>
            <a:off x="5835213" y="3590820"/>
            <a:ext cx="2126464" cy="482620"/>
            <a:chOff x="5819654" y="3590820"/>
            <a:chExt cx="2126464" cy="482620"/>
          </a:xfrm>
        </p:grpSpPr>
        <p:grpSp>
          <p:nvGrpSpPr>
            <p:cNvPr id="41" name="Gruppieren 40">
              <a:extLst>
                <a:ext uri="{FF2B5EF4-FFF2-40B4-BE49-F238E27FC236}">
                  <a16:creationId xmlns:a16="http://schemas.microsoft.com/office/drawing/2014/main" id="{15B1D5B8-7474-9E33-FEF3-292DFBD1C193}"/>
                </a:ext>
              </a:extLst>
            </p:cNvPr>
            <p:cNvGrpSpPr/>
            <p:nvPr/>
          </p:nvGrpSpPr>
          <p:grpSpPr>
            <a:xfrm>
              <a:off x="5819654" y="3617388"/>
              <a:ext cx="2126464" cy="456052"/>
              <a:chOff x="5792765" y="3247520"/>
              <a:chExt cx="2126464" cy="456052"/>
            </a:xfrm>
          </p:grpSpPr>
          <p:sp>
            <p:nvSpPr>
              <p:cNvPr id="36" name="Ellipse 35">
                <a:extLst>
                  <a:ext uri="{FF2B5EF4-FFF2-40B4-BE49-F238E27FC236}">
                    <a16:creationId xmlns:a16="http://schemas.microsoft.com/office/drawing/2014/main" id="{1F070EC4-9E2E-65A1-243A-71DE5FC9077B}"/>
                  </a:ext>
                </a:extLst>
              </p:cNvPr>
              <p:cNvSpPr/>
              <p:nvPr/>
            </p:nvSpPr>
            <p:spPr>
              <a:xfrm>
                <a:off x="5792765" y="3247520"/>
                <a:ext cx="456052" cy="456052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endParaRPr>
              </a:p>
            </p:txBody>
          </p:sp>
          <p:sp>
            <p:nvSpPr>
              <p:cNvPr id="38" name="Textfeld 37">
                <a:extLst>
                  <a:ext uri="{FF2B5EF4-FFF2-40B4-BE49-F238E27FC236}">
                    <a16:creationId xmlns:a16="http://schemas.microsoft.com/office/drawing/2014/main" id="{B06B1404-8698-18C3-D0AC-E26522C63858}"/>
                  </a:ext>
                </a:extLst>
              </p:cNvPr>
              <p:cNvSpPr txBox="1"/>
              <p:nvPr/>
            </p:nvSpPr>
            <p:spPr>
              <a:xfrm>
                <a:off x="6349569" y="3260103"/>
                <a:ext cx="1569660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22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rPr>
                  <a:t> vs.	        ?	</a:t>
                </a:r>
              </a:p>
            </p:txBody>
          </p:sp>
        </p:grpSp>
        <p:sp>
          <p:nvSpPr>
            <p:cNvPr id="37" name="Ellipse 36">
              <a:extLst>
                <a:ext uri="{FF2B5EF4-FFF2-40B4-BE49-F238E27FC236}">
                  <a16:creationId xmlns:a16="http://schemas.microsoft.com/office/drawing/2014/main" id="{B53E8E0B-0EB2-A8F9-7C45-CE4DEAF636DA}"/>
                </a:ext>
              </a:extLst>
            </p:cNvPr>
            <p:cNvSpPr/>
            <p:nvPr/>
          </p:nvSpPr>
          <p:spPr>
            <a:xfrm>
              <a:off x="7101579" y="3590820"/>
              <a:ext cx="456052" cy="456052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endParaRPr>
            </a:p>
          </p:txBody>
        </p:sp>
      </p:grpSp>
      <p:sp>
        <p:nvSpPr>
          <p:cNvPr id="39" name="Textfeld 38">
            <a:extLst>
              <a:ext uri="{FF2B5EF4-FFF2-40B4-BE49-F238E27FC236}">
                <a16:creationId xmlns:a16="http://schemas.microsoft.com/office/drawing/2014/main" id="{BB3C97E4-9FFD-E755-1401-AB5E99495381}"/>
              </a:ext>
            </a:extLst>
          </p:cNvPr>
          <p:cNvSpPr txBox="1"/>
          <p:nvPr/>
        </p:nvSpPr>
        <p:spPr>
          <a:xfrm>
            <a:off x="5421118" y="4414004"/>
            <a:ext cx="29546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Prozess 2 vs. Prozess X?	</a:t>
            </a:r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01517ADC-4BB7-1756-DD1E-045BA4AFE2AE}"/>
              </a:ext>
            </a:extLst>
          </p:cNvPr>
          <p:cNvSpPr txBox="1"/>
          <p:nvPr/>
        </p:nvSpPr>
        <p:spPr>
          <a:xfrm>
            <a:off x="5357799" y="1498463"/>
            <a:ext cx="30812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Analyse und Interpretation</a:t>
            </a:r>
          </a:p>
        </p:txBody>
      </p:sp>
      <p:cxnSp>
        <p:nvCxnSpPr>
          <p:cNvPr id="43" name="Gerade Verbindung mit Pfeil 42">
            <a:extLst>
              <a:ext uri="{FF2B5EF4-FFF2-40B4-BE49-F238E27FC236}">
                <a16:creationId xmlns:a16="http://schemas.microsoft.com/office/drawing/2014/main" id="{9DFC69E6-3457-8274-3FDC-31DF3DFA31F2}"/>
              </a:ext>
            </a:extLst>
          </p:cNvPr>
          <p:cNvCxnSpPr>
            <a:cxnSpLocks/>
          </p:cNvCxnSpPr>
          <p:nvPr/>
        </p:nvCxnSpPr>
        <p:spPr>
          <a:xfrm flipH="1">
            <a:off x="2577643" y="2134283"/>
            <a:ext cx="1" cy="3186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Gerade Verbindung mit Pfeil 43">
            <a:extLst>
              <a:ext uri="{FF2B5EF4-FFF2-40B4-BE49-F238E27FC236}">
                <a16:creationId xmlns:a16="http://schemas.microsoft.com/office/drawing/2014/main" id="{BFDA4736-B3F0-198A-B07A-B286EB8F9033}"/>
              </a:ext>
            </a:extLst>
          </p:cNvPr>
          <p:cNvCxnSpPr>
            <a:cxnSpLocks/>
          </p:cNvCxnSpPr>
          <p:nvPr/>
        </p:nvCxnSpPr>
        <p:spPr>
          <a:xfrm flipH="1" flipV="1">
            <a:off x="2577641" y="5410238"/>
            <a:ext cx="1" cy="3186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feld 44">
                <a:extLst>
                  <a:ext uri="{FF2B5EF4-FFF2-40B4-BE49-F238E27FC236}">
                    <a16:creationId xmlns:a16="http://schemas.microsoft.com/office/drawing/2014/main" id="{70A36A77-FA06-C407-79DD-E7A56EA03C5F}"/>
                  </a:ext>
                </a:extLst>
              </p:cNvPr>
              <p:cNvSpPr txBox="1"/>
              <p:nvPr/>
            </p:nvSpPr>
            <p:spPr>
              <a:xfrm>
                <a:off x="6274011" y="5116821"/>
                <a:ext cx="124886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5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de-DE" sz="25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de-DE" sz="2500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de-DE" sz="2500" b="0" i="1" smtClean="0"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de-DE" sz="2500" dirty="0"/>
              </a:p>
            </p:txBody>
          </p:sp>
        </mc:Choice>
        <mc:Fallback>
          <p:sp>
            <p:nvSpPr>
              <p:cNvPr id="45" name="Textfeld 44">
                <a:extLst>
                  <a:ext uri="{FF2B5EF4-FFF2-40B4-BE49-F238E27FC236}">
                    <a16:creationId xmlns:a16="http://schemas.microsoft.com/office/drawing/2014/main" id="{70A36A77-FA06-C407-79DD-E7A56EA03C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4011" y="5116821"/>
                <a:ext cx="1248868" cy="4770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feld 45">
            <a:extLst>
              <a:ext uri="{FF2B5EF4-FFF2-40B4-BE49-F238E27FC236}">
                <a16:creationId xmlns:a16="http://schemas.microsoft.com/office/drawing/2014/main" id="{B96D23A7-92C7-953F-BAD0-4A3A4CD40B27}"/>
              </a:ext>
            </a:extLst>
          </p:cNvPr>
          <p:cNvSpPr txBox="1"/>
          <p:nvPr/>
        </p:nvSpPr>
        <p:spPr>
          <a:xfrm>
            <a:off x="72107" y="66670"/>
            <a:ext cx="65085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Nicht-kontrolliertes, nicht-randomisiertes Design</a:t>
            </a:r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75773D94-CBF9-2BCF-B811-589E090C5F75}"/>
              </a:ext>
            </a:extLst>
          </p:cNvPr>
          <p:cNvSpPr txBox="1"/>
          <p:nvPr/>
        </p:nvSpPr>
        <p:spPr>
          <a:xfrm>
            <a:off x="1469659" y="6367284"/>
            <a:ext cx="2236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dirty="0" err="1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Kontrolllbedingung</a:t>
            </a:r>
            <a:endParaRPr lang="de-DE" sz="2000" dirty="0">
              <a:latin typeface="CMU Bright" panose="02000603000000000000" pitchFamily="2" charset="0"/>
              <a:ea typeface="CMU Bright" panose="02000603000000000000" pitchFamily="2" charset="0"/>
              <a:cs typeface="CMU Bright" panose="02000603000000000000" pitchFamily="2" charset="0"/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8DAB77CC-F666-40E2-51D1-363C5995642B}"/>
              </a:ext>
            </a:extLst>
          </p:cNvPr>
          <p:cNvSpPr txBox="1"/>
          <p:nvPr/>
        </p:nvSpPr>
        <p:spPr>
          <a:xfrm>
            <a:off x="5341769" y="2921175"/>
            <a:ext cx="31133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dirty="0" err="1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Proband:innenunterschiede</a:t>
            </a:r>
            <a:endParaRPr lang="de-DE" sz="2000" dirty="0">
              <a:latin typeface="CMU Bright" panose="02000603000000000000" pitchFamily="2" charset="0"/>
              <a:ea typeface="CMU Bright" panose="02000603000000000000" pitchFamily="2" charset="0"/>
              <a:cs typeface="CMU Bright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40028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46</Words>
  <Application>Microsoft Office PowerPoint</Application>
  <PresentationFormat>Bildschirmpräsentation (4:3)</PresentationFormat>
  <Paragraphs>15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CMU Bright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Dirk Ostwald</dc:creator>
  <cp:lastModifiedBy>Dirk Ostwald</cp:lastModifiedBy>
  <cp:revision>6</cp:revision>
  <dcterms:created xsi:type="dcterms:W3CDTF">2025-12-16T12:13:30Z</dcterms:created>
  <dcterms:modified xsi:type="dcterms:W3CDTF">2026-04-02T14:10:12Z</dcterms:modified>
</cp:coreProperties>
</file>