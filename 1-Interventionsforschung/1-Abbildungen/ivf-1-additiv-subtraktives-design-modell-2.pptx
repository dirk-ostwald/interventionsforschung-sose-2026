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861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268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565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5116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81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344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060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897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556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04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4247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714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41F5E-F7F1-1433-F754-2E921EC30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C1250FBB-6B10-EAD1-B4EC-25404E532B7B}"/>
              </a:ext>
            </a:extLst>
          </p:cNvPr>
          <p:cNvSpPr txBox="1"/>
          <p:nvPr/>
        </p:nvSpPr>
        <p:spPr>
          <a:xfrm>
            <a:off x="1221339" y="633443"/>
            <a:ext cx="2698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Interventionsbedingung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2C907D3-3216-D320-3B07-EFABA336652A}"/>
              </a:ext>
            </a:extLst>
          </p:cNvPr>
          <p:cNvSpPr txBox="1"/>
          <p:nvPr/>
        </p:nvSpPr>
        <p:spPr>
          <a:xfrm>
            <a:off x="1469659" y="6367284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Kontrolllbedingung</a:t>
            </a:r>
            <a:endParaRPr lang="de-DE" sz="20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BB579B9B-C4D6-4F3D-6439-1B6306E35DC9}"/>
              </a:ext>
            </a:extLst>
          </p:cNvPr>
          <p:cNvGrpSpPr/>
          <p:nvPr/>
        </p:nvGrpSpPr>
        <p:grpSpPr>
          <a:xfrm>
            <a:off x="1855135" y="2426114"/>
            <a:ext cx="1458934" cy="1161088"/>
            <a:chOff x="965771" y="2231953"/>
            <a:chExt cx="1458934" cy="1161088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EDBD5A6D-49D8-9120-8B32-18F9B6943EDD}"/>
                </a:ext>
              </a:extLst>
            </p:cNvPr>
            <p:cNvSpPr/>
            <p:nvPr/>
          </p:nvSpPr>
          <p:spPr>
            <a:xfrm>
              <a:off x="965772" y="2486346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14B3BC35-F5BE-8592-0DF3-603846AB4395}"/>
                </a:ext>
              </a:extLst>
            </p:cNvPr>
            <p:cNvSpPr/>
            <p:nvPr/>
          </p:nvSpPr>
          <p:spPr>
            <a:xfrm>
              <a:off x="1623318" y="2423416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D3EBB39A-D32F-4FBD-4EB6-8E1420072EB8}"/>
                </a:ext>
              </a:extLst>
            </p:cNvPr>
            <p:cNvSpPr/>
            <p:nvPr/>
          </p:nvSpPr>
          <p:spPr>
            <a:xfrm>
              <a:off x="1294545" y="2231953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C1E41AB3-32AB-3C66-280E-4BEC4894D96F}"/>
                </a:ext>
              </a:extLst>
            </p:cNvPr>
            <p:cNvSpPr/>
            <p:nvPr/>
          </p:nvSpPr>
          <p:spPr>
            <a:xfrm>
              <a:off x="965771" y="2972656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C0242287-0FA9-A759-9CA9-5569DDED6018}"/>
                </a:ext>
              </a:extLst>
            </p:cNvPr>
            <p:cNvSpPr/>
            <p:nvPr/>
          </p:nvSpPr>
          <p:spPr>
            <a:xfrm>
              <a:off x="1356190" y="2732926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AC1ED21-2181-5F5A-552C-4A07819D9180}"/>
                </a:ext>
              </a:extLst>
            </p:cNvPr>
            <p:cNvSpPr/>
            <p:nvPr/>
          </p:nvSpPr>
          <p:spPr>
            <a:xfrm>
              <a:off x="1501741" y="3146461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70EB4D4B-11A5-AC5F-2031-0C34ED36A9DA}"/>
                </a:ext>
              </a:extLst>
            </p:cNvPr>
            <p:cNvSpPr/>
            <p:nvPr/>
          </p:nvSpPr>
          <p:spPr>
            <a:xfrm>
              <a:off x="1756883" y="2784938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9D67E9A2-B588-B696-0A74-A517DFE2D1A4}"/>
                </a:ext>
              </a:extLst>
            </p:cNvPr>
            <p:cNvSpPr/>
            <p:nvPr/>
          </p:nvSpPr>
          <p:spPr>
            <a:xfrm>
              <a:off x="2178125" y="2486346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EA478B93-9A5D-C66D-7539-7915AEF1DF16}"/>
                </a:ext>
              </a:extLst>
            </p:cNvPr>
            <p:cNvSpPr/>
            <p:nvPr/>
          </p:nvSpPr>
          <p:spPr>
            <a:xfrm>
              <a:off x="1914421" y="3102796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3959182-58E0-BD1E-F3E0-8B58498474F3}"/>
              </a:ext>
            </a:extLst>
          </p:cNvPr>
          <p:cNvGrpSpPr/>
          <p:nvPr/>
        </p:nvGrpSpPr>
        <p:grpSpPr>
          <a:xfrm>
            <a:off x="1848173" y="4094289"/>
            <a:ext cx="1458934" cy="1161088"/>
            <a:chOff x="974333" y="3974279"/>
            <a:chExt cx="1458934" cy="1161088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00FBC2B-1C9D-FA16-8AD4-C846FAFB4FC7}"/>
                </a:ext>
              </a:extLst>
            </p:cNvPr>
            <p:cNvSpPr/>
            <p:nvPr/>
          </p:nvSpPr>
          <p:spPr>
            <a:xfrm>
              <a:off x="974334" y="422867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D76DBED3-CE1E-B3BC-0C68-63FBEC65277A}"/>
                </a:ext>
              </a:extLst>
            </p:cNvPr>
            <p:cNvSpPr/>
            <p:nvPr/>
          </p:nvSpPr>
          <p:spPr>
            <a:xfrm>
              <a:off x="1631880" y="416574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032C6628-1428-AF8D-619F-971AC8BDDE7E}"/>
                </a:ext>
              </a:extLst>
            </p:cNvPr>
            <p:cNvSpPr/>
            <p:nvPr/>
          </p:nvSpPr>
          <p:spPr>
            <a:xfrm>
              <a:off x="1303107" y="3974279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CE59E1AC-A396-F5DE-4BB6-F05145F85A03}"/>
                </a:ext>
              </a:extLst>
            </p:cNvPr>
            <p:cNvSpPr/>
            <p:nvPr/>
          </p:nvSpPr>
          <p:spPr>
            <a:xfrm>
              <a:off x="974333" y="471498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7AA635FD-0313-72CD-2459-D4A1109E7986}"/>
                </a:ext>
              </a:extLst>
            </p:cNvPr>
            <p:cNvSpPr/>
            <p:nvPr/>
          </p:nvSpPr>
          <p:spPr>
            <a:xfrm>
              <a:off x="1364752" y="447525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42FF6B36-71C1-2A4E-72A6-31BE4F6B070F}"/>
                </a:ext>
              </a:extLst>
            </p:cNvPr>
            <p:cNvSpPr/>
            <p:nvPr/>
          </p:nvSpPr>
          <p:spPr>
            <a:xfrm>
              <a:off x="1510303" y="4888787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E3287C99-6D40-E3AA-AC05-643BFF5077E4}"/>
                </a:ext>
              </a:extLst>
            </p:cNvPr>
            <p:cNvSpPr/>
            <p:nvPr/>
          </p:nvSpPr>
          <p:spPr>
            <a:xfrm>
              <a:off x="1765445" y="4527264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1434446E-5BD7-A989-FD9F-8C1886A1ABC0}"/>
                </a:ext>
              </a:extLst>
            </p:cNvPr>
            <p:cNvSpPr/>
            <p:nvPr/>
          </p:nvSpPr>
          <p:spPr>
            <a:xfrm>
              <a:off x="2186687" y="422867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51E9137A-ABF7-95C0-335D-91BB0CF37C2A}"/>
                </a:ext>
              </a:extLst>
            </p:cNvPr>
            <p:cNvSpPr/>
            <p:nvPr/>
          </p:nvSpPr>
          <p:spPr>
            <a:xfrm>
              <a:off x="1922983" y="484512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7C9F38CB-FB3A-287A-1765-4AB285F212EB}"/>
              </a:ext>
            </a:extLst>
          </p:cNvPr>
          <p:cNvSpPr txBox="1"/>
          <p:nvPr/>
        </p:nvSpPr>
        <p:spPr>
          <a:xfrm>
            <a:off x="1993189" y="1169857"/>
            <a:ext cx="11689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1</a:t>
            </a:r>
          </a:p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2</a:t>
            </a:r>
          </a:p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X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8FB3E4FF-4DFD-6C5F-2C03-1B126448CA07}"/>
              </a:ext>
            </a:extLst>
          </p:cNvPr>
          <p:cNvSpPr txBox="1"/>
          <p:nvPr/>
        </p:nvSpPr>
        <p:spPr>
          <a:xfrm>
            <a:off x="2018936" y="5673954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1</a:t>
            </a:r>
          </a:p>
        </p:txBody>
      </p:sp>
      <p:sp>
        <p:nvSpPr>
          <p:cNvPr id="31" name="Geschweifte Klammer rechts 30">
            <a:extLst>
              <a:ext uri="{FF2B5EF4-FFF2-40B4-BE49-F238E27FC236}">
                <a16:creationId xmlns:a16="http://schemas.microsoft.com/office/drawing/2014/main" id="{FD6ADEDF-9113-7BCC-B452-7CB372547403}"/>
              </a:ext>
            </a:extLst>
          </p:cNvPr>
          <p:cNvSpPr/>
          <p:nvPr/>
        </p:nvSpPr>
        <p:spPr>
          <a:xfrm>
            <a:off x="3778012" y="1295185"/>
            <a:ext cx="359596" cy="2115271"/>
          </a:xfrm>
          <a:prstGeom prst="rightBrace">
            <a:avLst>
              <a:gd name="adj1" fmla="val 45476"/>
              <a:gd name="adj2" fmla="val 500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A85EAF2F-CE5C-B141-4CA1-07E344C81760}"/>
                  </a:ext>
                </a:extLst>
              </p:cNvPr>
              <p:cNvSpPr txBox="1"/>
              <p:nvPr/>
            </p:nvSpPr>
            <p:spPr>
              <a:xfrm>
                <a:off x="4327868" y="2121987"/>
                <a:ext cx="48814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sz="3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A85EAF2F-CE5C-B141-4CA1-07E344C81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868" y="2121987"/>
                <a:ext cx="488147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Geschweifte Klammer rechts 32">
            <a:extLst>
              <a:ext uri="{FF2B5EF4-FFF2-40B4-BE49-F238E27FC236}">
                <a16:creationId xmlns:a16="http://schemas.microsoft.com/office/drawing/2014/main" id="{B9DF6914-FE48-5799-B9EA-FC0FF1C5689E}"/>
              </a:ext>
            </a:extLst>
          </p:cNvPr>
          <p:cNvSpPr/>
          <p:nvPr/>
        </p:nvSpPr>
        <p:spPr>
          <a:xfrm>
            <a:off x="3778012" y="4212480"/>
            <a:ext cx="359596" cy="2115271"/>
          </a:xfrm>
          <a:prstGeom prst="rightBrace">
            <a:avLst>
              <a:gd name="adj1" fmla="val 45476"/>
              <a:gd name="adj2" fmla="val 500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72431F19-C484-49A7-38D6-C55FDC30114E}"/>
                  </a:ext>
                </a:extLst>
              </p:cNvPr>
              <p:cNvSpPr txBox="1"/>
              <p:nvPr/>
            </p:nvSpPr>
            <p:spPr>
              <a:xfrm>
                <a:off x="4280595" y="4995612"/>
                <a:ext cx="50815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sz="3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72431F19-C484-49A7-38D6-C55FDC301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595" y="4995612"/>
                <a:ext cx="50815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7DD8134D-EF19-CF2C-778E-1F1DEF223365}"/>
                  </a:ext>
                </a:extLst>
              </p:cNvPr>
              <p:cNvSpPr txBox="1"/>
              <p:nvPr/>
            </p:nvSpPr>
            <p:spPr>
              <a:xfrm>
                <a:off x="5987252" y="2571652"/>
                <a:ext cx="1851853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de-DE" sz="26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7DD8134D-EF19-CF2C-778E-1F1DEF223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252" y="2571652"/>
                <a:ext cx="1851853" cy="400110"/>
              </a:xfrm>
              <a:prstGeom prst="rect">
                <a:avLst/>
              </a:prstGeom>
              <a:blipFill>
                <a:blip r:embed="rId4"/>
                <a:stretch>
                  <a:fillRect l="-5921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B6A2864B-B3F7-4552-36E7-624A3ACEA861}"/>
              </a:ext>
            </a:extLst>
          </p:cNvPr>
          <p:cNvGrpSpPr/>
          <p:nvPr/>
        </p:nvGrpSpPr>
        <p:grpSpPr>
          <a:xfrm>
            <a:off x="5978754" y="4049712"/>
            <a:ext cx="2454567" cy="482620"/>
            <a:chOff x="5941994" y="3991510"/>
            <a:chExt cx="2454567" cy="48262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ECE46FC9-F9CD-8913-390D-72714A71B833}"/>
                </a:ext>
              </a:extLst>
            </p:cNvPr>
            <p:cNvSpPr/>
            <p:nvPr/>
          </p:nvSpPr>
          <p:spPr>
            <a:xfrm>
              <a:off x="7101579" y="3991510"/>
              <a:ext cx="456052" cy="45605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EDC60B5D-5A07-DFBF-69D5-35668D086C75}"/>
                </a:ext>
              </a:extLst>
            </p:cNvPr>
            <p:cNvSpPr/>
            <p:nvPr/>
          </p:nvSpPr>
          <p:spPr>
            <a:xfrm>
              <a:off x="5941994" y="4018078"/>
              <a:ext cx="456052" cy="4560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8B9C091E-04D4-2C24-4E7C-7933D31C5AD4}"/>
                </a:ext>
              </a:extLst>
            </p:cNvPr>
            <p:cNvSpPr txBox="1"/>
            <p:nvPr/>
          </p:nvSpPr>
          <p:spPr>
            <a:xfrm>
              <a:off x="6365236" y="4030661"/>
              <a:ext cx="20313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2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  vs.	    ?	</a:t>
              </a:r>
            </a:p>
          </p:txBody>
        </p:sp>
      </p:grpSp>
      <p:sp>
        <p:nvSpPr>
          <p:cNvPr id="40" name="Textfeld 39">
            <a:extLst>
              <a:ext uri="{FF2B5EF4-FFF2-40B4-BE49-F238E27FC236}">
                <a16:creationId xmlns:a16="http://schemas.microsoft.com/office/drawing/2014/main" id="{2805C304-33E2-0928-B837-71D784C7421D}"/>
              </a:ext>
            </a:extLst>
          </p:cNvPr>
          <p:cNvSpPr txBox="1"/>
          <p:nvPr/>
        </p:nvSpPr>
        <p:spPr>
          <a:xfrm>
            <a:off x="5372532" y="1921932"/>
            <a:ext cx="3081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0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Analyse und Interpretation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7FBB8067-1DF3-A73C-F233-1BA5C4ED5819}"/>
              </a:ext>
            </a:extLst>
          </p:cNvPr>
          <p:cNvCxnSpPr>
            <a:cxnSpLocks/>
          </p:cNvCxnSpPr>
          <p:nvPr/>
        </p:nvCxnSpPr>
        <p:spPr>
          <a:xfrm flipH="1">
            <a:off x="2577643" y="2113735"/>
            <a:ext cx="1" cy="318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72DF6C14-BEF4-E868-222E-EE93ED231F42}"/>
              </a:ext>
            </a:extLst>
          </p:cNvPr>
          <p:cNvCxnSpPr>
            <a:cxnSpLocks/>
          </p:cNvCxnSpPr>
          <p:nvPr/>
        </p:nvCxnSpPr>
        <p:spPr>
          <a:xfrm flipH="1" flipV="1">
            <a:off x="2577641" y="5348594"/>
            <a:ext cx="1" cy="318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BF9EEBD3-B2FD-857B-1A8A-7CA87FD3C9DA}"/>
              </a:ext>
            </a:extLst>
          </p:cNvPr>
          <p:cNvSpPr txBox="1"/>
          <p:nvPr/>
        </p:nvSpPr>
        <p:spPr>
          <a:xfrm>
            <a:off x="2018936" y="594524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47F2D5A-758A-2792-D6AB-9E2933F41847}"/>
                  </a:ext>
                </a:extLst>
              </p:cNvPr>
              <p:cNvSpPr txBox="1"/>
              <p:nvPr/>
            </p:nvSpPr>
            <p:spPr>
              <a:xfrm>
                <a:off x="6288744" y="4834992"/>
                <a:ext cx="124886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5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DE" sz="25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sz="25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sz="25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de-DE" sz="2500" dirty="0"/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47F2D5A-758A-2792-D6AB-9E2933F41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744" y="4834992"/>
                <a:ext cx="1248868" cy="477054"/>
              </a:xfrm>
              <a:prstGeom prst="rect">
                <a:avLst/>
              </a:prstGeom>
              <a:blipFill>
                <a:blip r:embed="rId5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27848533-B171-BB0F-2828-8D9435DC3CE9}"/>
              </a:ext>
            </a:extLst>
          </p:cNvPr>
          <p:cNvSpPr txBox="1"/>
          <p:nvPr/>
        </p:nvSpPr>
        <p:spPr>
          <a:xfrm>
            <a:off x="72107" y="66670"/>
            <a:ext cx="5761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Kontrolliertes, nicht-randomisiertes Design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C13F4CF-2C8A-A2CE-9B91-0F5D05EF17E3}"/>
              </a:ext>
            </a:extLst>
          </p:cNvPr>
          <p:cNvSpPr txBox="1"/>
          <p:nvPr/>
        </p:nvSpPr>
        <p:spPr>
          <a:xfrm>
            <a:off x="5356502" y="3351205"/>
            <a:ext cx="3113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000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Proband:innenunterschiede</a:t>
            </a:r>
            <a:endParaRPr lang="de-DE" sz="20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628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</Words>
  <Application>Microsoft Office PowerPoint</Application>
  <PresentationFormat>Bildschirmpräsentation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5</cp:revision>
  <dcterms:created xsi:type="dcterms:W3CDTF">2025-12-16T12:13:30Z</dcterms:created>
  <dcterms:modified xsi:type="dcterms:W3CDTF">2026-04-02T14:10:55Z</dcterms:modified>
</cp:coreProperties>
</file>