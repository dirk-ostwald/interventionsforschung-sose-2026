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71993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72" d="100"/>
          <a:sy n="172" d="100"/>
        </p:scale>
        <p:origin x="9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983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7164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696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21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224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53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337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33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204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2171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243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21E74-3867-4E7F-898B-CF08898A73EF}" type="datetimeFigureOut">
              <a:rPr lang="de-DE" smtClean="0"/>
              <a:t>10.07.2023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20C38-2991-42D7-B345-6B0CD8DC529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61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3AAA135-72C4-304B-D6CE-E363A883C099}"/>
              </a:ext>
            </a:extLst>
          </p:cNvPr>
          <p:cNvGrpSpPr/>
          <p:nvPr/>
        </p:nvGrpSpPr>
        <p:grpSpPr>
          <a:xfrm>
            <a:off x="465323" y="257618"/>
            <a:ext cx="6290835" cy="3674852"/>
            <a:chOff x="1698317" y="914399"/>
            <a:chExt cx="6290835" cy="3674852"/>
          </a:xfrm>
        </p:grpSpPr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257B37FF-B5BD-CCFB-E481-E31A821EECFF}"/>
                </a:ext>
              </a:extLst>
            </p:cNvPr>
            <p:cNvSpPr/>
            <p:nvPr/>
          </p:nvSpPr>
          <p:spPr>
            <a:xfrm>
              <a:off x="2952023" y="914399"/>
              <a:ext cx="2379101" cy="81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Gesamtvariabilität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1686AAD3-3910-445C-8441-54C6974A1B9E}"/>
                </a:ext>
              </a:extLst>
            </p:cNvPr>
            <p:cNvSpPr/>
            <p:nvPr/>
          </p:nvSpPr>
          <p:spPr>
            <a:xfrm>
              <a:off x="1698317" y="2314752"/>
              <a:ext cx="2379101" cy="81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Primärvariabilität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39A3A5A-5041-1021-FC40-5109FA889D0A}"/>
                </a:ext>
              </a:extLst>
            </p:cNvPr>
            <p:cNvSpPr/>
            <p:nvPr/>
          </p:nvSpPr>
          <p:spPr>
            <a:xfrm>
              <a:off x="4278705" y="2314751"/>
              <a:ext cx="2379101" cy="81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Residualvariabilität</a:t>
              </a:r>
              <a:endParaRPr lang="de-DE" dirty="0">
                <a:solidFill>
                  <a:schemeClr val="tx1"/>
                </a:solidFill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CCDDBF28-5034-DD74-B04E-F67845B49C49}"/>
                </a:ext>
              </a:extLst>
            </p:cNvPr>
            <p:cNvSpPr/>
            <p:nvPr/>
          </p:nvSpPr>
          <p:spPr>
            <a:xfrm>
              <a:off x="2977902" y="3778368"/>
              <a:ext cx="2379101" cy="81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Sekundärvariabilität</a:t>
              </a: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724001E8-9782-972F-92F8-DE4C6884DC1F}"/>
                </a:ext>
              </a:extLst>
            </p:cNvPr>
            <p:cNvSpPr/>
            <p:nvPr/>
          </p:nvSpPr>
          <p:spPr>
            <a:xfrm>
              <a:off x="5610051" y="3778367"/>
              <a:ext cx="2379101" cy="81088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tx1"/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Zufallsfehler</a:t>
              </a:r>
            </a:p>
          </p:txBody>
        </p:sp>
        <p:cxnSp>
          <p:nvCxnSpPr>
            <p:cNvPr id="13" name="Verbinder: gewinkelt 12">
              <a:extLst>
                <a:ext uri="{FF2B5EF4-FFF2-40B4-BE49-F238E27FC236}">
                  <a16:creationId xmlns:a16="http://schemas.microsoft.com/office/drawing/2014/main" id="{47BD1472-C24E-FDE3-FEED-95EFE0F4B46D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rot="5400000">
              <a:off x="3219986" y="1393164"/>
              <a:ext cx="589470" cy="1253706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Verbinder: gewinkelt 14">
              <a:extLst>
                <a:ext uri="{FF2B5EF4-FFF2-40B4-BE49-F238E27FC236}">
                  <a16:creationId xmlns:a16="http://schemas.microsoft.com/office/drawing/2014/main" id="{36BA49F1-A8BD-02F0-91E8-0B45869FB521}"/>
                </a:ext>
              </a:extLst>
            </p:cNvPr>
            <p:cNvCxnSpPr>
              <a:stCxn id="7" idx="2"/>
              <a:endCxn id="9" idx="0"/>
            </p:cNvCxnSpPr>
            <p:nvPr/>
          </p:nvCxnSpPr>
          <p:spPr>
            <a:xfrm rot="16200000" flipH="1">
              <a:off x="4510181" y="1356675"/>
              <a:ext cx="589469" cy="1326682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Verbinder: gewinkelt 16">
              <a:extLst>
                <a:ext uri="{FF2B5EF4-FFF2-40B4-BE49-F238E27FC236}">
                  <a16:creationId xmlns:a16="http://schemas.microsoft.com/office/drawing/2014/main" id="{E2877E7B-7A90-1738-B246-833E7917D293}"/>
                </a:ext>
              </a:extLst>
            </p:cNvPr>
            <p:cNvCxnSpPr>
              <a:stCxn id="9" idx="2"/>
              <a:endCxn id="10" idx="0"/>
            </p:cNvCxnSpPr>
            <p:nvPr/>
          </p:nvCxnSpPr>
          <p:spPr>
            <a:xfrm rot="5400000">
              <a:off x="4491488" y="2801600"/>
              <a:ext cx="652734" cy="1300803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Verbinder: gewinkelt 18">
              <a:extLst>
                <a:ext uri="{FF2B5EF4-FFF2-40B4-BE49-F238E27FC236}">
                  <a16:creationId xmlns:a16="http://schemas.microsoft.com/office/drawing/2014/main" id="{3E5772D5-8A91-6D95-B981-A0F92D281F4D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 rot="16200000" flipH="1">
              <a:off x="5807563" y="2786327"/>
              <a:ext cx="652733" cy="1331346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1550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</Words>
  <Application>Microsoft Office PowerPoint</Application>
  <PresentationFormat>Benutzerdefiniert</PresentationFormat>
  <Paragraphs>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2</cp:revision>
  <dcterms:created xsi:type="dcterms:W3CDTF">2023-04-10T09:07:57Z</dcterms:created>
  <dcterms:modified xsi:type="dcterms:W3CDTF">2023-07-10T07:29:29Z</dcterms:modified>
</cp:coreProperties>
</file>